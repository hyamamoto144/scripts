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0EB22C-5113-E09D-B1E1-61FD987A54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78D13EE-C092-BD3E-6183-FA81C67FD8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D2EC336-06CB-7729-AE10-BCC2ED25E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8CDF2-58FB-496C-8425-4686F4DBAB94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7E08804-3685-F6CD-ACDA-ABD66CF4A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9FCC461-68E5-0DF6-992F-88CB829CC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BB3C3-C95B-4DF5-BB46-A1E75267D7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7504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74EEDA-F07C-C5E8-62CF-D625B7BF0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3C9D32F-0BF3-0FCD-E090-FE65D3176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56349A-15C8-7A41-A63E-DD757EB23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8CDF2-58FB-496C-8425-4686F4DBAB94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A88D87-57DC-C20A-337D-6FE87FB60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910966F-7AB1-7078-4772-0EA6F9A09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BB3C3-C95B-4DF5-BB46-A1E75267D7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2200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42523D-441D-2024-3E56-A06FBE4E8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A6403F-B3BD-36F5-356C-7E95441233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A27D76F-8729-5391-260E-350563352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8CDF2-58FB-496C-8425-4686F4DBAB94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6DA037-3E77-9C59-6238-51342D306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D60D87-E74C-2A07-EC46-4031347EB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BB3C3-C95B-4DF5-BB46-A1E75267D7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1772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582BAA-A3C8-B734-EC8B-2CABBE8E7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9CB5BAD-FB62-24B6-9966-1CB283D790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2951BD9-8E57-3726-C894-1FFA73D8E0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BD0603B-EA4F-6C81-22CA-F10A0B0FD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8CDF2-58FB-496C-8425-4686F4DBAB94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779C732-56D1-B654-F407-60247F9C5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C2776CD-D576-BF2D-73FD-3868EBE2F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BB3C3-C95B-4DF5-BB46-A1E75267D7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3225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053B3A-BCA6-3EC4-2125-3ECCEEDEB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BD48BBA-52AF-A5D7-94AE-B4A4FB8710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AAD7F1F-5F3A-DDC7-0080-6ECF62FABF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9260CB8-EED8-F287-5B6B-BF040CCC38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7D57B9A-4517-9793-7EEF-D8DB32A4FC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F9E547A-5E44-9CFF-16FF-83CF6843E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8CDF2-58FB-496C-8425-4686F4DBAB94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AE5CD85-D045-3040-AA84-6B885648A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FA540B0-BBBD-0F4A-BD21-A5690BAD6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BB3C3-C95B-4DF5-BB46-A1E75267D7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5814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F351DE-E42F-7067-F527-92D32D460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ACAC6F6-DCA3-367A-5DDB-E2843FC2B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8CDF2-58FB-496C-8425-4686F4DBAB94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034155F-2AB0-FC9E-B04C-55682CDC3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712FA3E-19FF-C196-685D-F1FEDA968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BB3C3-C95B-4DF5-BB46-A1E75267D7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4205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B1E35BC-CD97-B1C7-A74C-F5F4F23BA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8CDF2-58FB-496C-8425-4686F4DBAB94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4362382-320D-D75C-0328-024E13A48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42B8CD8-1AC7-7E43-AE21-57E79DE16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BB3C3-C95B-4DF5-BB46-A1E75267D7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0528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2FCB89-C60E-F108-9C11-8738ED093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3451144-520A-56B1-C1C8-4B60D2422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F5E1B61-497A-21EC-888F-F6A9D5F128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AADB13F-D2A7-1F9F-9120-4B4ABE2AB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8CDF2-58FB-496C-8425-4686F4DBAB94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E32C3EC-449B-390F-982A-896EE40E8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DC898EC-41E6-2AFA-5C20-856314309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BB3C3-C95B-4DF5-BB46-A1E75267D7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6619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4372F5-E9AE-6622-E097-511F6335F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CB84218-80B7-3236-2B1E-6384A37F4C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C2C4189-6C10-D026-88E6-35DDA1D4B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1B23943-C4A5-DB53-5EBD-C75EF7A34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8CDF2-58FB-496C-8425-4686F4DBAB94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AFAE7F8-C6F1-1F75-B62D-D0411D97F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4F39ACC-FB7E-DFEE-7E7B-1D732F2EB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BB3C3-C95B-4DF5-BB46-A1E75267D7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8119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DF7F0B-60B4-13F7-7C34-C254B5B50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12E5046-86B2-2599-64C5-2CBC1279B8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359384F-28CE-23C3-E378-F410D8C8A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8CDF2-58FB-496C-8425-4686F4DBAB94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895DA73-B547-5E46-E2E9-DD39A0D7B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EDFA2B-38C5-2673-13AB-104C4E9F3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BB3C3-C95B-4DF5-BB46-A1E75267D7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0564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8097AF0-E237-CFAF-ADC9-32C36EB050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0231890-0B8B-23C9-2CF9-424D57C800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083B77-AA8E-2AC3-37F4-74E0A3BFE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8CDF2-58FB-496C-8425-4686F4DBAB94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CDAEE2C-DF37-C63F-3388-D02CA2968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AE892E9-8058-2BCD-7831-93920297A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BB3C3-C95B-4DF5-BB46-A1E75267D7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1445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B848294-7ADC-4989-2F44-D218CE74A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0AEBF2-E822-87C0-E8CF-1C71E3AE35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E9F19E3-0C2B-57C5-479F-6D6885B890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58CDF2-58FB-496C-8425-4686F4DBAB94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22C477-35A5-9FE4-A9CB-8E80D6F40E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CA0C16B-27A6-6101-A214-6526C0569E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4BB3C3-C95B-4DF5-BB46-A1E75267D7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4100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9E266B4-29E4-AF6C-12E2-8F886B412657}"/>
              </a:ext>
            </a:extLst>
          </p:cNvPr>
          <p:cNvSpPr/>
          <p:nvPr/>
        </p:nvSpPr>
        <p:spPr>
          <a:xfrm>
            <a:off x="3851564" y="332509"/>
            <a:ext cx="5024581" cy="62437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9F7A2BA-B506-FA47-AA0A-F2C0F72CACEE}"/>
              </a:ext>
            </a:extLst>
          </p:cNvPr>
          <p:cNvSpPr/>
          <p:nvPr/>
        </p:nvSpPr>
        <p:spPr>
          <a:xfrm>
            <a:off x="4278746" y="960582"/>
            <a:ext cx="1911927" cy="49137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台割</a:t>
            </a:r>
            <a:r>
              <a:rPr kumimoji="1" lang="ja-JP" altLang="en-US" dirty="0">
                <a:solidFill>
                  <a:schemeClr val="tx1"/>
                </a:solidFill>
              </a:rPr>
              <a:t>の内容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7B41C6B-4BC9-E539-A2C0-BA64FDB7C3F7}"/>
              </a:ext>
            </a:extLst>
          </p:cNvPr>
          <p:cNvSpPr/>
          <p:nvPr/>
        </p:nvSpPr>
        <p:spPr>
          <a:xfrm>
            <a:off x="6617854" y="960581"/>
            <a:ext cx="1911927" cy="49137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台割の内容</a:t>
            </a:r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4EF27701-C135-A1D5-C7F1-FE747DA88E5F}"/>
              </a:ext>
            </a:extLst>
          </p:cNvPr>
          <p:cNvCxnSpPr>
            <a:endCxn id="5" idx="0"/>
          </p:cNvCxnSpPr>
          <p:nvPr/>
        </p:nvCxnSpPr>
        <p:spPr>
          <a:xfrm>
            <a:off x="5234709" y="332509"/>
            <a:ext cx="1" cy="6280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30AE25EF-0AEC-9301-EF88-B6006DC02CEC}"/>
              </a:ext>
            </a:extLst>
          </p:cNvPr>
          <p:cNvCxnSpPr/>
          <p:nvPr/>
        </p:nvCxnSpPr>
        <p:spPr>
          <a:xfrm>
            <a:off x="7573817" y="332508"/>
            <a:ext cx="1" cy="6280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D85FE169-8176-1173-6E4A-585FE6245484}"/>
              </a:ext>
            </a:extLst>
          </p:cNvPr>
          <p:cNvCxnSpPr>
            <a:cxnSpLocks/>
            <a:endCxn id="5" idx="2"/>
          </p:cNvCxnSpPr>
          <p:nvPr/>
        </p:nvCxnSpPr>
        <p:spPr>
          <a:xfrm flipV="1">
            <a:off x="5234709" y="5874327"/>
            <a:ext cx="1" cy="7019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6AD1B914-C643-0881-1103-0014A13F2B53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7573817" y="5874326"/>
            <a:ext cx="1" cy="7019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428895CA-81DD-C7C4-48FB-79BDEC3B5D4F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3837708" y="3417454"/>
            <a:ext cx="441038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1EA4F265-9682-1D45-ECB0-1C327FE7EA02}"/>
              </a:ext>
            </a:extLst>
          </p:cNvPr>
          <p:cNvCxnSpPr>
            <a:cxnSpLocks/>
          </p:cNvCxnSpPr>
          <p:nvPr/>
        </p:nvCxnSpPr>
        <p:spPr>
          <a:xfrm flipH="1">
            <a:off x="8529781" y="3429001"/>
            <a:ext cx="36022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5773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</Words>
  <Application>Microsoft Office PowerPoint</Application>
  <PresentationFormat>ワイド画面</PresentationFormat>
  <Paragraphs>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山本 紘彰</dc:creator>
  <cp:lastModifiedBy>山本 紘彰</cp:lastModifiedBy>
  <cp:revision>1</cp:revision>
  <dcterms:created xsi:type="dcterms:W3CDTF">2026-07-15T10:08:08Z</dcterms:created>
  <dcterms:modified xsi:type="dcterms:W3CDTF">2026-07-15T10:12:13Z</dcterms:modified>
</cp:coreProperties>
</file>