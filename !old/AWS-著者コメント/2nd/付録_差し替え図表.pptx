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C23C9B-3984-0F8E-5A6E-D4F0E7392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47B5A6-0746-FA6E-ECB5-195F1849D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BA9185-864B-D542-03A1-F99F9F34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7FB25-8136-C6C1-0E71-4CB6DC65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8C36C7-FC4A-9D03-65AD-D948EC58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87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F5DFA-8284-BC05-77ED-3414AF0D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1010D7-774D-EF89-C944-98DBAB9AD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03ADBD-10AF-D9BC-C02D-F5063512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20F250-FA98-B5F4-23CF-33973A7F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646FDB-1818-DDBF-3464-C5947338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5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A58EB-08B5-70E8-5508-2FC7867F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A6C15A-644F-D7F0-B0E2-A398161AC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468643-A576-350E-329B-720C74CB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7F6C64-57C4-9B83-6C41-40716704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A7D21E-459F-8722-CCE8-4E4E86D6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45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662A8E-3A0B-D751-91B9-38321821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361218-30E7-951E-A644-299EA5835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7ACE90-18B8-5901-626B-890C0DBA4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7560B9-B84E-EC12-A2E9-3096EDC9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161EC4-D72D-EF68-8FB8-FB1AAED9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3652B8-5E5B-2400-F83A-6F0104D4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028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9D586E-8077-E0BF-1F9A-D3A55956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D90B89-3A21-E58D-4B8F-BCF99B0DE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BA317B-D2C2-15AD-6CEC-5E6C0278D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C49BD9-F965-EFE7-89B6-891506CBB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9AEB62F-5F89-9A1E-D587-BBCD80C7F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3CDB07-F609-3F89-0388-A1F9C00B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A63BE2-C432-B147-EE37-8F3E3DD7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7648622-0D75-3E09-1F2A-0709FF0E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44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8B75CA-DE17-D97B-62B9-C8CF9777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A4A27E-682D-44A0-F4AF-87357D0C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689174-50AF-2869-03CB-668E49C2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8BA738-A9F1-C16F-B599-D506F8CA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136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37D3A9-BFE7-3970-2986-EC37CE94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7E8DFDB-4F70-14DD-308B-0BBE3909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8B05BF-1A81-DD7C-D84B-0129341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20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044BC-93D7-4895-BFD5-66C9621D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D3C850-344D-A82D-61AD-647511FBF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84E8CB-39B8-FB31-3F5A-14D4919C7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87A184-BC08-7102-EAA5-F2CE4E76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320044-138D-0815-CED5-AB686F9B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87EAD2-F58C-E9D2-3E19-8B29E268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91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DBCE5-2083-41DB-740B-86D9ED73D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A81ADE-EBAB-0099-F15B-E8BB5596C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091097-7905-3460-9517-311A8D05D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A5FB8B-8F3A-BA2D-61E9-78C1B328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4C76CE-89CE-4C12-F5D8-15C3EE14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6FCA07-3737-D80E-C418-DF0DDA17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03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44619-3166-9672-56B1-4C6AC11F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434A25-42FD-4C79-679D-40F857BE1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78EA50-EE85-CACC-C496-55641F02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25A335-B1F2-EAC2-DED2-32F0F88D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9B72E9-17F4-2A4E-69D4-AE5255E7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83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A19B61-DC1A-E436-44C0-0EC7C6707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BCE1EB-691F-C8D0-4F8D-B7B1D95BB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B94462-BBAF-7566-E495-BEC53406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954A36-C4D0-9630-B7E2-CB037FF0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535421-FB8D-7286-617C-7E24B552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79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17D687-F898-7BCB-9DB5-4AE06FBA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670E6B-06F5-C6AB-FCF0-8BBE495B2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2E270C-C2A8-D89B-A919-5BFE600B1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2811D-2EF3-4503-ACC7-B5D514416988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AA668E-E528-2FDE-7C76-33DA26480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5E1E2A-6F87-7FDA-67E4-AB4FC9A54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4E882-8B7D-4DE8-8C56-E8E8677CE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6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63DDBA7-6AD4-120A-C068-A6D011A00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55" r="2776"/>
          <a:stretch/>
        </p:blipFill>
        <p:spPr>
          <a:xfrm>
            <a:off x="3002587" y="679621"/>
            <a:ext cx="6783965" cy="5832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F2313A8-7E91-D1CA-ECE3-BF8EF3453F13}"/>
              </a:ext>
            </a:extLst>
          </p:cNvPr>
          <p:cNvSpPr/>
          <p:nvPr/>
        </p:nvSpPr>
        <p:spPr>
          <a:xfrm>
            <a:off x="6378499" y="1460810"/>
            <a:ext cx="3278458" cy="45273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274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5FEB836-8D4B-5096-B3BE-A634128D3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696" b="24972"/>
          <a:stretch/>
        </p:blipFill>
        <p:spPr>
          <a:xfrm>
            <a:off x="1717589" y="1252697"/>
            <a:ext cx="9181070" cy="43526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8C5138E-301E-1F8B-9990-7384D9CEED56}"/>
              </a:ext>
            </a:extLst>
          </p:cNvPr>
          <p:cNvSpPr/>
          <p:nvPr/>
        </p:nvSpPr>
        <p:spPr>
          <a:xfrm>
            <a:off x="1828800" y="3657600"/>
            <a:ext cx="543697" cy="2100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F08A2D1C-379E-CF57-E7C1-4B1651D029B5}"/>
              </a:ext>
            </a:extLst>
          </p:cNvPr>
          <p:cNvSpPr/>
          <p:nvPr/>
        </p:nvSpPr>
        <p:spPr>
          <a:xfrm>
            <a:off x="3047597" y="3428999"/>
            <a:ext cx="1624763" cy="323386"/>
          </a:xfrm>
          <a:prstGeom prst="borderCallout1">
            <a:avLst>
              <a:gd name="adj1" fmla="val 49784"/>
              <a:gd name="adj2" fmla="val -4215"/>
              <a:gd name="adj3" fmla="val 112500"/>
              <a:gd name="adj4" fmla="val -3833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「ユーザー」を選択</a:t>
            </a:r>
          </a:p>
        </p:txBody>
      </p:sp>
    </p:spTree>
    <p:extLst>
      <p:ext uri="{BB962C8B-B14F-4D97-AF65-F5344CB8AC3E}">
        <p14:creationId xmlns:p14="http://schemas.microsoft.com/office/powerpoint/2010/main" val="73445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9A8800B-28F0-6CD9-619D-CADEC580BE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38"/>
          <a:stretch/>
        </p:blipFill>
        <p:spPr>
          <a:xfrm>
            <a:off x="606686" y="1705231"/>
            <a:ext cx="10613249" cy="26595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172573-4D8A-EB18-8A7A-00B9689E041A}"/>
              </a:ext>
            </a:extLst>
          </p:cNvPr>
          <p:cNvSpPr/>
          <p:nvPr/>
        </p:nvSpPr>
        <p:spPr>
          <a:xfrm>
            <a:off x="10116416" y="2202365"/>
            <a:ext cx="1023652" cy="323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8F43CDB2-C7F8-10FC-6959-B0D39D6B893E}"/>
              </a:ext>
            </a:extLst>
          </p:cNvPr>
          <p:cNvSpPr/>
          <p:nvPr/>
        </p:nvSpPr>
        <p:spPr>
          <a:xfrm>
            <a:off x="7273909" y="2202365"/>
            <a:ext cx="1992754" cy="323386"/>
          </a:xfrm>
          <a:prstGeom prst="borderCallout1">
            <a:avLst>
              <a:gd name="adj1" fmla="val 49784"/>
              <a:gd name="adj2" fmla="val 103786"/>
              <a:gd name="adj3" fmla="val 50431"/>
              <a:gd name="adj4" fmla="val 1396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「ユーザーの作成」を選択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214E73-42D3-DF53-FFB8-E269CF592EE3}"/>
              </a:ext>
            </a:extLst>
          </p:cNvPr>
          <p:cNvSpPr/>
          <p:nvPr/>
        </p:nvSpPr>
        <p:spPr>
          <a:xfrm>
            <a:off x="6165571" y="3394645"/>
            <a:ext cx="1624762" cy="262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43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6639E1FC-761F-9705-920E-7CBD5B62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65" r="438"/>
          <a:stretch/>
        </p:blipFill>
        <p:spPr>
          <a:xfrm>
            <a:off x="582388" y="688818"/>
            <a:ext cx="11304814" cy="51579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B7CD4BD-1A7B-D883-5043-955C31CF4F4D}"/>
              </a:ext>
            </a:extLst>
          </p:cNvPr>
          <p:cNvSpPr/>
          <p:nvPr/>
        </p:nvSpPr>
        <p:spPr>
          <a:xfrm>
            <a:off x="2790064" y="1957039"/>
            <a:ext cx="5941339" cy="312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09FD177F-3FDC-B8A4-40D9-266BB91E1F7D}"/>
              </a:ext>
            </a:extLst>
          </p:cNvPr>
          <p:cNvSpPr/>
          <p:nvPr/>
        </p:nvSpPr>
        <p:spPr>
          <a:xfrm>
            <a:off x="5680527" y="1347698"/>
            <a:ext cx="2345473" cy="470838"/>
          </a:xfrm>
          <a:prstGeom prst="borderCallout1">
            <a:avLst>
              <a:gd name="adj1" fmla="val 101888"/>
              <a:gd name="adj2" fmla="val 24864"/>
              <a:gd name="adj3" fmla="val 130302"/>
              <a:gd name="adj4" fmla="val 2530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①任意のユーザー名を入力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（ここでは「</a:t>
            </a:r>
            <a:r>
              <a:rPr lang="en-US" altLang="ja-JP" sz="12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mcp_user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」）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02FFAE-9125-0C01-9D8C-128FA1D62979}"/>
              </a:ext>
            </a:extLst>
          </p:cNvPr>
          <p:cNvSpPr/>
          <p:nvPr/>
        </p:nvSpPr>
        <p:spPr>
          <a:xfrm>
            <a:off x="2746190" y="2404331"/>
            <a:ext cx="3602360" cy="182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2BA528C2-A578-D24C-DEFE-3D1A3A84234F}"/>
              </a:ext>
            </a:extLst>
          </p:cNvPr>
          <p:cNvSpPr/>
          <p:nvPr/>
        </p:nvSpPr>
        <p:spPr>
          <a:xfrm>
            <a:off x="7015188" y="2318470"/>
            <a:ext cx="2592547" cy="470838"/>
          </a:xfrm>
          <a:prstGeom prst="borderCallout1">
            <a:avLst>
              <a:gd name="adj1" fmla="val 30836"/>
              <a:gd name="adj2" fmla="val -24225"/>
              <a:gd name="adj3" fmla="val 24379"/>
              <a:gd name="adj4" fmla="val -63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マネジメントコンソールへのユーザーアクセスを有効化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92749E7-DAFC-A013-A84E-19672D012CFF}"/>
              </a:ext>
            </a:extLst>
          </p:cNvPr>
          <p:cNvSpPr/>
          <p:nvPr/>
        </p:nvSpPr>
        <p:spPr>
          <a:xfrm>
            <a:off x="2790065" y="3364899"/>
            <a:ext cx="5857546" cy="540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B5AB3A77-0106-B639-4B71-C34A23E9B6AD}"/>
              </a:ext>
            </a:extLst>
          </p:cNvPr>
          <p:cNvSpPr/>
          <p:nvPr/>
        </p:nvSpPr>
        <p:spPr>
          <a:xfrm>
            <a:off x="7137109" y="2882110"/>
            <a:ext cx="2592547" cy="288968"/>
          </a:xfrm>
          <a:prstGeom prst="borderCallout1">
            <a:avLst>
              <a:gd name="adj1" fmla="val 160424"/>
              <a:gd name="adj2" fmla="val 3320"/>
              <a:gd name="adj3" fmla="val 102735"/>
              <a:gd name="adj4" fmla="val 440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③カスタムパスワードを入力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ECA7A64-B4F5-1F4A-1F77-66685CDC1947}"/>
              </a:ext>
            </a:extLst>
          </p:cNvPr>
          <p:cNvSpPr/>
          <p:nvPr/>
        </p:nvSpPr>
        <p:spPr>
          <a:xfrm>
            <a:off x="2746190" y="4363759"/>
            <a:ext cx="3968119" cy="182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線 15">
            <a:extLst>
              <a:ext uri="{FF2B5EF4-FFF2-40B4-BE49-F238E27FC236}">
                <a16:creationId xmlns:a16="http://schemas.microsoft.com/office/drawing/2014/main" id="{7DDDE56F-402C-2328-C988-308CBDD16B96}"/>
              </a:ext>
            </a:extLst>
          </p:cNvPr>
          <p:cNvSpPr/>
          <p:nvPr/>
        </p:nvSpPr>
        <p:spPr>
          <a:xfrm>
            <a:off x="7137109" y="4186745"/>
            <a:ext cx="2390068" cy="464429"/>
          </a:xfrm>
          <a:prstGeom prst="borderCallout1">
            <a:avLst>
              <a:gd name="adj1" fmla="val 56219"/>
              <a:gd name="adj2" fmla="val -15349"/>
              <a:gd name="adj3" fmla="val 57530"/>
              <a:gd name="adj4" fmla="val 37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④次回サインイン時のパスワード再設定を無効化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8F8AAC9-984F-DA6A-7C81-D20975F2495E}"/>
              </a:ext>
            </a:extLst>
          </p:cNvPr>
          <p:cNvSpPr/>
          <p:nvPr/>
        </p:nvSpPr>
        <p:spPr>
          <a:xfrm>
            <a:off x="11251474" y="5484726"/>
            <a:ext cx="562755" cy="289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吹き出し: 線 17">
            <a:extLst>
              <a:ext uri="{FF2B5EF4-FFF2-40B4-BE49-F238E27FC236}">
                <a16:creationId xmlns:a16="http://schemas.microsoft.com/office/drawing/2014/main" id="{7E1878EA-3BA4-760E-0186-1A9F9AFE7671}"/>
              </a:ext>
            </a:extLst>
          </p:cNvPr>
          <p:cNvSpPr/>
          <p:nvPr/>
        </p:nvSpPr>
        <p:spPr>
          <a:xfrm>
            <a:off x="9248502" y="5310554"/>
            <a:ext cx="1311691" cy="357381"/>
          </a:xfrm>
          <a:prstGeom prst="borderCallout1">
            <a:avLst>
              <a:gd name="adj1" fmla="val 51345"/>
              <a:gd name="adj2" fmla="val 99509"/>
              <a:gd name="adj3" fmla="val 81898"/>
              <a:gd name="adj4" fmla="val 15240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⑤「次へ」を選択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242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BD0BF74-C6D5-1F53-FCE1-12028DC6B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87"/>
          <a:stretch/>
        </p:blipFill>
        <p:spPr>
          <a:xfrm>
            <a:off x="614218" y="369455"/>
            <a:ext cx="10963564" cy="5892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F88F03-B508-9F99-0CCC-C48C27251746}"/>
              </a:ext>
            </a:extLst>
          </p:cNvPr>
          <p:cNvSpPr/>
          <p:nvPr/>
        </p:nvSpPr>
        <p:spPr>
          <a:xfrm>
            <a:off x="8497940" y="1573132"/>
            <a:ext cx="2845153" cy="8826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BE3FF57D-2EAA-8B6E-D06C-63B5C026F002}"/>
              </a:ext>
            </a:extLst>
          </p:cNvPr>
          <p:cNvSpPr/>
          <p:nvPr/>
        </p:nvSpPr>
        <p:spPr>
          <a:xfrm>
            <a:off x="8204218" y="880931"/>
            <a:ext cx="3050876" cy="312554"/>
          </a:xfrm>
          <a:prstGeom prst="borderCallout1">
            <a:avLst>
              <a:gd name="adj1" fmla="val 96315"/>
              <a:gd name="adj2" fmla="val 68537"/>
              <a:gd name="adj3" fmla="val 208317"/>
              <a:gd name="adj4" fmla="val 6812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①「ポリシーを直接アタッチする」を選択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914BF6-3E94-7045-5628-4A2BA233AEA6}"/>
              </a:ext>
            </a:extLst>
          </p:cNvPr>
          <p:cNvSpPr/>
          <p:nvPr/>
        </p:nvSpPr>
        <p:spPr>
          <a:xfrm>
            <a:off x="2859401" y="3867371"/>
            <a:ext cx="8483691" cy="349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C3796B5A-158E-7E00-74AB-D566BE0AF544}"/>
              </a:ext>
            </a:extLst>
          </p:cNvPr>
          <p:cNvSpPr/>
          <p:nvPr/>
        </p:nvSpPr>
        <p:spPr>
          <a:xfrm>
            <a:off x="6205290" y="2607059"/>
            <a:ext cx="3050875" cy="288969"/>
          </a:xfrm>
          <a:prstGeom prst="borderCallout1">
            <a:avLst>
              <a:gd name="adj1" fmla="val 407545"/>
              <a:gd name="adj2" fmla="val 53416"/>
              <a:gd name="adj3" fmla="val 114789"/>
              <a:gd name="adj4" fmla="val 5359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②「</a:t>
            </a:r>
            <a:r>
              <a:rPr kumimoji="1" lang="en-US" altLang="ja-JP" sz="12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AdministratorAccess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」にチェック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705914C-0DD1-86A3-E022-D0717061DE56}"/>
              </a:ext>
            </a:extLst>
          </p:cNvPr>
          <p:cNvSpPr/>
          <p:nvPr/>
        </p:nvSpPr>
        <p:spPr>
          <a:xfrm>
            <a:off x="10920548" y="5895703"/>
            <a:ext cx="574765" cy="340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2010D309-50EE-C702-45DA-C1F1B5D139B1}"/>
              </a:ext>
            </a:extLst>
          </p:cNvPr>
          <p:cNvSpPr/>
          <p:nvPr/>
        </p:nvSpPr>
        <p:spPr>
          <a:xfrm>
            <a:off x="10084526" y="5364052"/>
            <a:ext cx="1410787" cy="288968"/>
          </a:xfrm>
          <a:prstGeom prst="borderCallout1">
            <a:avLst>
              <a:gd name="adj1" fmla="val 181520"/>
              <a:gd name="adj2" fmla="val 84802"/>
              <a:gd name="adj3" fmla="val 99721"/>
              <a:gd name="adj4" fmla="val 8526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③「次へ」を選択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754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0553910-FA68-6E00-DE0F-181597E7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35"/>
          <a:stretch/>
        </p:blipFill>
        <p:spPr>
          <a:xfrm>
            <a:off x="148046" y="616055"/>
            <a:ext cx="11295017" cy="5625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左中かっこ 3">
            <a:extLst>
              <a:ext uri="{FF2B5EF4-FFF2-40B4-BE49-F238E27FC236}">
                <a16:creationId xmlns:a16="http://schemas.microsoft.com/office/drawing/2014/main" id="{4F4F97F0-10B0-CB71-6AFE-3C9899DC1056}"/>
              </a:ext>
            </a:extLst>
          </p:cNvPr>
          <p:cNvSpPr/>
          <p:nvPr/>
        </p:nvSpPr>
        <p:spPr>
          <a:xfrm>
            <a:off x="2220686" y="1828800"/>
            <a:ext cx="383177" cy="221197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497349B-5F91-F5ED-0542-6A1D3DE5A7CE}"/>
              </a:ext>
            </a:extLst>
          </p:cNvPr>
          <p:cNvSpPr/>
          <p:nvPr/>
        </p:nvSpPr>
        <p:spPr>
          <a:xfrm>
            <a:off x="10162086" y="5825216"/>
            <a:ext cx="1271451" cy="407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2BCB6841-4217-51FF-8402-B342197F8F20}"/>
              </a:ext>
            </a:extLst>
          </p:cNvPr>
          <p:cNvSpPr/>
          <p:nvPr/>
        </p:nvSpPr>
        <p:spPr>
          <a:xfrm>
            <a:off x="9339264" y="5320509"/>
            <a:ext cx="2034130" cy="288968"/>
          </a:xfrm>
          <a:prstGeom prst="borderCallout1">
            <a:avLst>
              <a:gd name="adj1" fmla="val 181520"/>
              <a:gd name="adj2" fmla="val 84802"/>
              <a:gd name="adj3" fmla="val 99721"/>
              <a:gd name="adj4" fmla="val 8526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②「ユーザーの作成」を選択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C0B65C-C4F3-3526-7445-9DB3937458D4}"/>
              </a:ext>
            </a:extLst>
          </p:cNvPr>
          <p:cNvSpPr/>
          <p:nvPr/>
        </p:nvSpPr>
        <p:spPr>
          <a:xfrm>
            <a:off x="896983" y="2656113"/>
            <a:ext cx="1219200" cy="55734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①設定情報を確認</a:t>
            </a:r>
          </a:p>
        </p:txBody>
      </p:sp>
    </p:spTree>
    <p:extLst>
      <p:ext uri="{BB962C8B-B14F-4D97-AF65-F5344CB8AC3E}">
        <p14:creationId xmlns:p14="http://schemas.microsoft.com/office/powerpoint/2010/main" val="44283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CB0F05D-739B-8DDB-DA8D-8C9D98FC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24"/>
          <a:stretch/>
        </p:blipFill>
        <p:spPr>
          <a:xfrm>
            <a:off x="443346" y="618836"/>
            <a:ext cx="11351612" cy="49783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D6633A-00A6-17A3-7736-E199335E4730}"/>
              </a:ext>
            </a:extLst>
          </p:cNvPr>
          <p:cNvSpPr/>
          <p:nvPr/>
        </p:nvSpPr>
        <p:spPr>
          <a:xfrm>
            <a:off x="3740727" y="3768436"/>
            <a:ext cx="775855" cy="12007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95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07A6141-58E5-BC21-A807-2E90F78C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01"/>
          <a:stretch/>
        </p:blipFill>
        <p:spPr>
          <a:xfrm>
            <a:off x="133865" y="1130300"/>
            <a:ext cx="11924270" cy="33166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2014B85-E6A3-ED60-6656-8A8AFF2FD410}"/>
              </a:ext>
            </a:extLst>
          </p:cNvPr>
          <p:cNvSpPr/>
          <p:nvPr/>
        </p:nvSpPr>
        <p:spPr>
          <a:xfrm>
            <a:off x="3056765" y="3023552"/>
            <a:ext cx="816736" cy="291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A43183F5-16CE-AF1C-3760-227B3BCB4A1C}"/>
              </a:ext>
            </a:extLst>
          </p:cNvPr>
          <p:cNvSpPr/>
          <p:nvPr/>
        </p:nvSpPr>
        <p:spPr>
          <a:xfrm>
            <a:off x="3056765" y="3645399"/>
            <a:ext cx="2345473" cy="470838"/>
          </a:xfrm>
          <a:prstGeom prst="borderCallout1">
            <a:avLst>
              <a:gd name="adj1" fmla="val -3308"/>
              <a:gd name="adj2" fmla="val 19449"/>
              <a:gd name="adj3" fmla="val -71997"/>
              <a:gd name="adj4" fmla="val 188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</a:t>
            </a:r>
            <a:r>
              <a:rPr lang="en-US" altLang="ja-JP" sz="12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mcp_user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703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3723CE3-8F46-0074-D0CD-CE2940A0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42"/>
          <a:stretch/>
        </p:blipFill>
        <p:spPr>
          <a:xfrm>
            <a:off x="533400" y="2302640"/>
            <a:ext cx="10934700" cy="22527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96AFBB-6582-CFE1-1481-17159ADB1510}"/>
              </a:ext>
            </a:extLst>
          </p:cNvPr>
          <p:cNvSpPr/>
          <p:nvPr/>
        </p:nvSpPr>
        <p:spPr>
          <a:xfrm>
            <a:off x="8492364" y="3595052"/>
            <a:ext cx="1172335" cy="265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9260AE8C-C39A-147C-E1D7-A2B5E7C9F1C5}"/>
              </a:ext>
            </a:extLst>
          </p:cNvPr>
          <p:cNvSpPr/>
          <p:nvPr/>
        </p:nvSpPr>
        <p:spPr>
          <a:xfrm>
            <a:off x="8135962" y="2887829"/>
            <a:ext cx="2345473" cy="375119"/>
          </a:xfrm>
          <a:prstGeom prst="borderCallout1">
            <a:avLst>
              <a:gd name="adj1" fmla="val 99190"/>
              <a:gd name="adj2" fmla="val 21073"/>
              <a:gd name="adj3" fmla="val 173514"/>
              <a:gd name="adj4" fmla="val 2151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「アクセスキーを作成」を選択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BDFCB4-A356-9AF0-9BCE-46E7A80C4B52}"/>
              </a:ext>
            </a:extLst>
          </p:cNvPr>
          <p:cNvSpPr/>
          <p:nvPr/>
        </p:nvSpPr>
        <p:spPr>
          <a:xfrm>
            <a:off x="3905827" y="3690749"/>
            <a:ext cx="689033" cy="811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190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2FA138B-05B6-DBF6-BCCA-8677ACDBA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" t="5740" r="7879" b="4011"/>
          <a:stretch/>
        </p:blipFill>
        <p:spPr>
          <a:xfrm>
            <a:off x="850900" y="393700"/>
            <a:ext cx="9690100" cy="6189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21B509-CFF3-DE77-6EB7-2EF5A910B276}"/>
              </a:ext>
            </a:extLst>
          </p:cNvPr>
          <p:cNvSpPr/>
          <p:nvPr/>
        </p:nvSpPr>
        <p:spPr>
          <a:xfrm>
            <a:off x="3536607" y="4320071"/>
            <a:ext cx="4517733" cy="427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CED06A1F-A6C0-40EB-61FB-3ECB785ACDE8}"/>
              </a:ext>
            </a:extLst>
          </p:cNvPr>
          <p:cNvSpPr/>
          <p:nvPr/>
        </p:nvSpPr>
        <p:spPr>
          <a:xfrm>
            <a:off x="8329002" y="4312451"/>
            <a:ext cx="1836419" cy="279551"/>
          </a:xfrm>
          <a:prstGeom prst="borderCallout1">
            <a:avLst>
              <a:gd name="adj1" fmla="val 52852"/>
              <a:gd name="adj2" fmla="val -2578"/>
              <a:gd name="adj3" fmla="val 53579"/>
              <a:gd name="adj4" fmla="val -1292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①「その他」を選択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8D9BC4A-3797-A1B7-C70D-F6B97D1E8704}"/>
              </a:ext>
            </a:extLst>
          </p:cNvPr>
          <p:cNvSpPr/>
          <p:nvPr/>
        </p:nvSpPr>
        <p:spPr>
          <a:xfrm>
            <a:off x="9904730" y="6245943"/>
            <a:ext cx="556260" cy="300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F5ADBFA6-EEBF-7F5E-459F-1FB8B3C81749}"/>
              </a:ext>
            </a:extLst>
          </p:cNvPr>
          <p:cNvSpPr/>
          <p:nvPr/>
        </p:nvSpPr>
        <p:spPr>
          <a:xfrm>
            <a:off x="8834462" y="5596188"/>
            <a:ext cx="1528737" cy="375119"/>
          </a:xfrm>
          <a:prstGeom prst="borderCallout1">
            <a:avLst>
              <a:gd name="adj1" fmla="val 102576"/>
              <a:gd name="adj2" fmla="val 70918"/>
              <a:gd name="adj3" fmla="val 165389"/>
              <a:gd name="adj4" fmla="val 7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②「次へ」を選択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959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EB4955F-0FCE-F790-6DB7-E9C3FB26C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28" r="16213"/>
          <a:stretch/>
        </p:blipFill>
        <p:spPr>
          <a:xfrm>
            <a:off x="581891" y="1523999"/>
            <a:ext cx="10215418" cy="3132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7E028BA-F123-3142-3D76-DB17411C71DB}"/>
              </a:ext>
            </a:extLst>
          </p:cNvPr>
          <p:cNvSpPr/>
          <p:nvPr/>
        </p:nvSpPr>
        <p:spPr>
          <a:xfrm>
            <a:off x="9151559" y="4081626"/>
            <a:ext cx="1645750" cy="455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AF9892D2-82AA-7A8A-7E7C-1D65FFCD1A8C}"/>
              </a:ext>
            </a:extLst>
          </p:cNvPr>
          <p:cNvSpPr/>
          <p:nvPr/>
        </p:nvSpPr>
        <p:spPr>
          <a:xfrm>
            <a:off x="8078036" y="3429000"/>
            <a:ext cx="2147047" cy="375119"/>
          </a:xfrm>
          <a:prstGeom prst="borderCallout1">
            <a:avLst>
              <a:gd name="adj1" fmla="val 102576"/>
              <a:gd name="adj2" fmla="val 70918"/>
              <a:gd name="adj3" fmla="val 165389"/>
              <a:gd name="adj4" fmla="val 7052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「アクセスキーを作成」を選択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995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45216E0-8CA1-7348-8F90-68527633C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46" r="13106" b="3518"/>
          <a:stretch/>
        </p:blipFill>
        <p:spPr>
          <a:xfrm>
            <a:off x="498764" y="323272"/>
            <a:ext cx="10594109" cy="58004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E2F6F7-8AC1-3EC4-A639-EC2D8FBF7899}"/>
              </a:ext>
            </a:extLst>
          </p:cNvPr>
          <p:cNvSpPr/>
          <p:nvPr/>
        </p:nvSpPr>
        <p:spPr>
          <a:xfrm>
            <a:off x="3351983" y="3099433"/>
            <a:ext cx="1956617" cy="329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F1EC7F8-4996-BC22-CD52-7F56DF5D3610}"/>
              </a:ext>
            </a:extLst>
          </p:cNvPr>
          <p:cNvSpPr/>
          <p:nvPr/>
        </p:nvSpPr>
        <p:spPr>
          <a:xfrm>
            <a:off x="8161819" y="3388273"/>
            <a:ext cx="2134007" cy="55734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「アクセスキー」「シークレットアクセスキー」を控える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6E10C15-0051-7661-6D84-D78FDE4B6E03}"/>
              </a:ext>
            </a:extLst>
          </p:cNvPr>
          <p:cNvSpPr/>
          <p:nvPr/>
        </p:nvSpPr>
        <p:spPr>
          <a:xfrm>
            <a:off x="5905093" y="3058706"/>
            <a:ext cx="1600607" cy="329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CD1378-17A8-F0D7-7607-FB8986638134}"/>
              </a:ext>
            </a:extLst>
          </p:cNvPr>
          <p:cNvSpPr/>
          <p:nvPr/>
        </p:nvSpPr>
        <p:spPr>
          <a:xfrm>
            <a:off x="7797393" y="5598706"/>
            <a:ext cx="2134007" cy="408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D0DE2D42-7AA6-92D7-0070-C98F6A42C988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6127081" y="1632210"/>
            <a:ext cx="237948" cy="3831527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C8C27D0D-0DCD-B749-E2DB-9FE99E3F80B8}"/>
              </a:ext>
            </a:extLst>
          </p:cNvPr>
          <p:cNvCxnSpPr>
            <a:cxnSpLocks/>
            <a:stCxn id="6" idx="2"/>
            <a:endCxn id="5" idx="1"/>
          </p:cNvCxnSpPr>
          <p:nvPr/>
        </p:nvCxnSpPr>
        <p:spPr>
          <a:xfrm rot="16200000" flipH="1">
            <a:off x="7294271" y="2799399"/>
            <a:ext cx="278675" cy="145642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CE0E523-9068-EA95-F5CB-42572DB8F77E}"/>
              </a:ext>
            </a:extLst>
          </p:cNvPr>
          <p:cNvSpPr/>
          <p:nvPr/>
        </p:nvSpPr>
        <p:spPr>
          <a:xfrm>
            <a:off x="3942363" y="3191051"/>
            <a:ext cx="1223997" cy="1236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69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134</Words>
  <Application>Microsoft Office PowerPoint</Application>
  <PresentationFormat>ワイド画面</PresentationFormat>
  <Paragraphs>19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三菱電機株式会社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Tsukada Masaki/塚田 真規(MELCO/ＤＩ本 Ａ基盤)</dc:creator>
  <cp:lastModifiedBy>Tsukada Masaki/塚田 真規(MELCO/ＤＩ本 Ａ基盤)</cp:lastModifiedBy>
  <cp:revision>1</cp:revision>
  <dcterms:created xsi:type="dcterms:W3CDTF">2025-12-27T05:49:22Z</dcterms:created>
  <dcterms:modified xsi:type="dcterms:W3CDTF">2025-12-27T11:19:00Z</dcterms:modified>
</cp:coreProperties>
</file>