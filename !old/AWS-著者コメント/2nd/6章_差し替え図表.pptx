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F0F6A7-0B40-4CEA-3E3C-F09F56B62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DD2C05-F199-CDB8-F2D4-8ACD3FD70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89F9E-F1B4-BA9E-9ADB-0B10D482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6FE8F-E247-1EAB-94F6-AEC3FE11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4F4833-1941-03B4-349E-43FF4B0A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239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A320E-4AD5-0A0B-8428-8E21A9E2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5A4A82-95BD-8FA7-C6EF-E387BB556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ABDF96-BA2B-5D54-D3B1-45DCB06E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90D673-2EB8-E246-8646-6ADB5DDF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E05FD5-9311-83E0-ED37-3F50491CC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09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873234-BD9A-2279-F12B-09CA83DF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18AA6C-8228-44C6-F38D-2BDAEDA54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2F1474-6140-3CD3-891B-3B58EFB4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B5D76D-678C-F6CB-34DF-E7BF461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69E19A-8D6F-AD9D-44CC-FCEE00859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513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A99DEF-8A65-E786-1D96-45A7F8DD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FC4440-A8ED-1E78-1D01-9FCE7FA5B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B631A0A-7AB4-AB5A-9120-B1B1DF0AD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42365F-7D38-4C3E-746C-86134CE5C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43E28D-2E5A-B5FD-E535-BF8D33B8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64AFE1-A314-21ED-83BE-9E958E69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276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5BE480-0F57-2178-29C6-52BC503C4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AE46C-DE30-7DBA-7E97-5B00A7C31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FE7F37-3DC6-E1E9-AEC9-19717A6E3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753ADC7-B903-376E-CDE9-36861B236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7F3742-C250-34E2-9AFC-CAED9F729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767D25A-BCBC-01E0-58F4-6B29C9A8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E739AA-2DFB-3BF6-8063-5ED7128D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E004685-755F-B4AF-6512-A6F7F79F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87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EF6C0-F85A-A6B9-CED6-3E731664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62F381E-51CD-64AB-3969-28D9E723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665B33-5EF9-22C5-E926-501419EEB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D40A76-9001-B8A2-F057-AADA8E97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617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D46E351-5477-3959-57BE-0607FD543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7BE057-1760-92D3-CF0B-C449CB50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4C762F-2BC3-4537-B24E-05D0AB8C4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76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81C07F-B47D-2808-1CEA-A71B51DD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796F2C-1EA4-53AE-48FF-F2B6233F2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5A74A5-F895-192A-CA98-59D91DFF5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0C595D-CAEC-E28A-A04F-2506C3A4F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AE062C-051F-8689-9CC0-5AE97E82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6E4EF9-A534-2ABB-1916-031C62D5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43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33C11-2FB5-41A4-E92B-A8CBDEB6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473E76-7226-0475-5407-992401CAA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E0CCEB-5EC9-A20D-FC07-1F42E52E9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4EBAD2-06C6-06FA-018B-895410F3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9855CC-6E62-D133-536D-2B623410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1F3462-20F8-86EC-33CA-09D73E7D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42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E3656-F917-5D4D-5D47-0A298D8C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74D63B-41A1-2B1E-2F17-87850B0A3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1A5CF5-A315-19E5-8CBB-B0A06A73F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211696-5724-86BC-807F-FC992D74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B98753-0227-074C-EC22-0AEA70EEB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45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6E900E0-B2B0-BD5F-6E46-697B9DADB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F8AC58-03D3-C31A-CED0-B4FBE9F0C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59E4B7-FD47-F915-2DB5-627C03FC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94AA72-852E-E295-0278-71820700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66D088-8374-2ACE-772F-4FA21598B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882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D8C36B4-4E8F-83C7-34A3-A13C507B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04836-1906-AC8B-8E6D-BEDA05893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15599F-2A55-65B8-F0B9-C6B227C95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726B4-5429-446C-9E1A-A4B7EEC6A907}" type="datetimeFigureOut">
              <a:rPr kumimoji="1" lang="ja-JP" altLang="en-US" smtClean="0"/>
              <a:t>2026/1/4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B73036-07D8-5FCB-A930-4FC04A786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112025-A602-73D5-9E14-F5BEDB75C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D2EE9-5D30-4E6D-B8B8-8E60FDE0FD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368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F75D430-7A3C-21D4-320A-D4C15766C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80" y="1104576"/>
            <a:ext cx="8335538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F326B9-39E7-F4F7-4979-66CBEDDF62BD}"/>
              </a:ext>
            </a:extLst>
          </p:cNvPr>
          <p:cNvSpPr/>
          <p:nvPr/>
        </p:nvSpPr>
        <p:spPr>
          <a:xfrm>
            <a:off x="4589888" y="1778543"/>
            <a:ext cx="769512" cy="107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756B519-10CD-A5BE-4CB7-5AEE2384BC81}"/>
              </a:ext>
            </a:extLst>
          </p:cNvPr>
          <p:cNvSpPr/>
          <p:nvPr/>
        </p:nvSpPr>
        <p:spPr>
          <a:xfrm>
            <a:off x="6793338" y="1149893"/>
            <a:ext cx="769512" cy="1074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B588B91-9860-C928-F158-B8D4DD3FEE94}"/>
              </a:ext>
            </a:extLst>
          </p:cNvPr>
          <p:cNvSpPr/>
          <p:nvPr/>
        </p:nvSpPr>
        <p:spPr>
          <a:xfrm>
            <a:off x="1371600" y="1760361"/>
            <a:ext cx="5988050" cy="170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E5E953-1104-E1CD-9CC9-296EBCE63C68}"/>
              </a:ext>
            </a:extLst>
          </p:cNvPr>
          <p:cNvSpPr txBox="1"/>
          <p:nvPr/>
        </p:nvSpPr>
        <p:spPr>
          <a:xfrm>
            <a:off x="1149350" y="5414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AgentCore Runtimeの作成結果</a:t>
            </a:r>
          </a:p>
        </p:txBody>
      </p:sp>
    </p:spTree>
    <p:extLst>
      <p:ext uri="{BB962C8B-B14F-4D97-AF65-F5344CB8AC3E}">
        <p14:creationId xmlns:p14="http://schemas.microsoft.com/office/powerpoint/2010/main" val="8185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9652181-0A06-01F6-0F60-BDDCCE79A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23" y="811470"/>
            <a:ext cx="10983686" cy="52350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5C8239-EE62-4C67-83B8-FD3DB6EA37E7}"/>
              </a:ext>
            </a:extLst>
          </p:cNvPr>
          <p:cNvSpPr/>
          <p:nvPr/>
        </p:nvSpPr>
        <p:spPr>
          <a:xfrm>
            <a:off x="481255" y="5744648"/>
            <a:ext cx="620924" cy="235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175DA8F-9AB6-BC30-1C91-9AA180DDD111}"/>
              </a:ext>
            </a:extLst>
          </p:cNvPr>
          <p:cNvSpPr/>
          <p:nvPr/>
        </p:nvSpPr>
        <p:spPr>
          <a:xfrm>
            <a:off x="5549060" y="1471749"/>
            <a:ext cx="1757431" cy="4702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68E72D20-8898-0B93-F51F-FA6330A28AB6}"/>
              </a:ext>
            </a:extLst>
          </p:cNvPr>
          <p:cNvSpPr/>
          <p:nvPr/>
        </p:nvSpPr>
        <p:spPr>
          <a:xfrm>
            <a:off x="1631848" y="5306282"/>
            <a:ext cx="1895123" cy="327176"/>
          </a:xfrm>
          <a:prstGeom prst="borderCallout1">
            <a:avLst>
              <a:gd name="adj1" fmla="val 49847"/>
              <a:gd name="adj2" fmla="val 111"/>
              <a:gd name="adj3" fmla="val 185568"/>
              <a:gd name="adj4" fmla="val -2673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①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「設定」を選択</a:t>
            </a: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BD1CF7A0-778A-C0EF-7D9C-526E7BF8E2DC}"/>
              </a:ext>
            </a:extLst>
          </p:cNvPr>
          <p:cNvSpPr/>
          <p:nvPr/>
        </p:nvSpPr>
        <p:spPr>
          <a:xfrm>
            <a:off x="7507108" y="934616"/>
            <a:ext cx="2124572" cy="371670"/>
          </a:xfrm>
          <a:prstGeom prst="borderCallout1">
            <a:avLst>
              <a:gd name="adj1" fmla="val 48573"/>
              <a:gd name="adj2" fmla="val -2326"/>
              <a:gd name="adj3" fmla="val 137911"/>
              <a:gd name="adj4" fmla="val -18019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②「</a:t>
            </a:r>
            <a:r>
              <a:rPr kumimoji="1" lang="en-US" altLang="ja-JP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X-Ray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トレース」を選択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C2D3AD-F9C4-5E35-1163-679E61A60FAA}"/>
              </a:ext>
            </a:extLst>
          </p:cNvPr>
          <p:cNvSpPr/>
          <p:nvPr/>
        </p:nvSpPr>
        <p:spPr>
          <a:xfrm>
            <a:off x="2759343" y="2588000"/>
            <a:ext cx="837297" cy="1987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253F0A17-56D8-DD89-708A-1EF7838EBA76}"/>
              </a:ext>
            </a:extLst>
          </p:cNvPr>
          <p:cNvSpPr/>
          <p:nvPr/>
        </p:nvSpPr>
        <p:spPr>
          <a:xfrm>
            <a:off x="3526971" y="3130388"/>
            <a:ext cx="3274423" cy="334642"/>
          </a:xfrm>
          <a:prstGeom prst="borderCallout1">
            <a:avLst>
              <a:gd name="adj1" fmla="val 39200"/>
              <a:gd name="adj2" fmla="val -3966"/>
              <a:gd name="adj3" fmla="val -85192"/>
              <a:gd name="adj4" fmla="val -1422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③トランザクション検索</a:t>
            </a:r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の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「ビュー設定」を選択</a:t>
            </a:r>
          </a:p>
        </p:txBody>
      </p:sp>
    </p:spTree>
    <p:extLst>
      <p:ext uri="{BB962C8B-B14F-4D97-AF65-F5344CB8AC3E}">
        <p14:creationId xmlns:p14="http://schemas.microsoft.com/office/powerpoint/2010/main" val="4082389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94C44D0-F81C-491E-831E-559C95BDC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694943"/>
            <a:ext cx="8945223" cy="54681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D5E5F98-8D02-8B7A-AD9E-FA974BADC457}"/>
              </a:ext>
            </a:extLst>
          </p:cNvPr>
          <p:cNvSpPr/>
          <p:nvPr/>
        </p:nvSpPr>
        <p:spPr>
          <a:xfrm>
            <a:off x="1784196" y="4169023"/>
            <a:ext cx="1706136" cy="235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27A5C83-B0FA-B2D4-985D-3CEC2A2DAFEB}"/>
              </a:ext>
            </a:extLst>
          </p:cNvPr>
          <p:cNvSpPr/>
          <p:nvPr/>
        </p:nvSpPr>
        <p:spPr>
          <a:xfrm>
            <a:off x="5114693" y="3853071"/>
            <a:ext cx="2278565" cy="4178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A2DCC864-44A2-1CC5-7F92-45924023CDCC}"/>
              </a:ext>
            </a:extLst>
          </p:cNvPr>
          <p:cNvSpPr/>
          <p:nvPr/>
        </p:nvSpPr>
        <p:spPr>
          <a:xfrm>
            <a:off x="3490332" y="4659314"/>
            <a:ext cx="2553630" cy="327176"/>
          </a:xfrm>
          <a:prstGeom prst="borderCallout1">
            <a:avLst>
              <a:gd name="adj1" fmla="val 39200"/>
              <a:gd name="adj2" fmla="val -3966"/>
              <a:gd name="adj3" fmla="val -88591"/>
              <a:gd name="adj4" fmla="val -2785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「トランザクション検索」を選択</a:t>
            </a: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0243FEF3-B9E6-DF06-6814-7221351EECD1}"/>
              </a:ext>
            </a:extLst>
          </p:cNvPr>
          <p:cNvSpPr/>
          <p:nvPr/>
        </p:nvSpPr>
        <p:spPr>
          <a:xfrm>
            <a:off x="6932342" y="4495725"/>
            <a:ext cx="2724614" cy="417845"/>
          </a:xfrm>
          <a:prstGeom prst="borderCallout1">
            <a:avLst>
              <a:gd name="adj1" fmla="val 39200"/>
              <a:gd name="adj2" fmla="val -3966"/>
              <a:gd name="adj3" fmla="val -56566"/>
              <a:gd name="adj4" fmla="val -25397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「</a:t>
            </a:r>
            <a:r>
              <a:rPr kumimoji="1" lang="en-US" altLang="ja-JP" sz="14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Enable Transaction Search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」を選択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E788680-3B1B-FD12-12B1-7DF6601465EA}"/>
              </a:ext>
            </a:extLst>
          </p:cNvPr>
          <p:cNvSpPr/>
          <p:nvPr/>
        </p:nvSpPr>
        <p:spPr>
          <a:xfrm>
            <a:off x="1454331" y="1280160"/>
            <a:ext cx="9892938" cy="3805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古いバージョン</a:t>
            </a:r>
          </a:p>
        </p:txBody>
      </p:sp>
    </p:spTree>
    <p:extLst>
      <p:ext uri="{BB962C8B-B14F-4D97-AF65-F5344CB8AC3E}">
        <p14:creationId xmlns:p14="http://schemas.microsoft.com/office/powerpoint/2010/main" val="1020775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5B1A82D-141B-4A90-F5A1-AEDE9D409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307" y="815546"/>
            <a:ext cx="9031061" cy="55468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90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81F632C-7544-F81F-E4B3-8ED78CD0F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985496"/>
            <a:ext cx="7563906" cy="4887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065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18EFB33-61AE-3AEB-60E5-291729EAA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380573"/>
            <a:ext cx="8849960" cy="60968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CE8D6E-350F-C39C-90E5-CE7FDC2EBF7C}"/>
              </a:ext>
            </a:extLst>
          </p:cNvPr>
          <p:cNvSpPr/>
          <p:nvPr/>
        </p:nvSpPr>
        <p:spPr>
          <a:xfrm>
            <a:off x="1758070" y="4055812"/>
            <a:ext cx="1706136" cy="2357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5854EF3-F029-7ED6-15EB-12807510C043}"/>
              </a:ext>
            </a:extLst>
          </p:cNvPr>
          <p:cNvSpPr/>
          <p:nvPr/>
        </p:nvSpPr>
        <p:spPr>
          <a:xfrm>
            <a:off x="7448590" y="818605"/>
            <a:ext cx="1216439" cy="33464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吹き出し: 線 5">
            <a:extLst>
              <a:ext uri="{FF2B5EF4-FFF2-40B4-BE49-F238E27FC236}">
                <a16:creationId xmlns:a16="http://schemas.microsoft.com/office/drawing/2014/main" id="{2426AD5E-3B1B-4045-E7E7-E56D9E976D7D}"/>
              </a:ext>
            </a:extLst>
          </p:cNvPr>
          <p:cNvSpPr/>
          <p:nvPr/>
        </p:nvSpPr>
        <p:spPr>
          <a:xfrm>
            <a:off x="3546460" y="3428999"/>
            <a:ext cx="2553630" cy="327176"/>
          </a:xfrm>
          <a:prstGeom prst="borderCallout1">
            <a:avLst>
              <a:gd name="adj1" fmla="val 49847"/>
              <a:gd name="adj2" fmla="val 1490"/>
              <a:gd name="adj3" fmla="val 182906"/>
              <a:gd name="adj4" fmla="val -13871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①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「</a:t>
            </a:r>
            <a:r>
              <a:rPr kumimoji="1" lang="en-US" altLang="ja-JP" sz="1200" dirty="0" err="1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Bedrck</a:t>
            </a:r>
            <a:r>
              <a:rPr kumimoji="1" lang="en-US" altLang="ja-JP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 AgentCore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」を選択</a:t>
            </a:r>
          </a:p>
        </p:txBody>
      </p:sp>
      <p:sp>
        <p:nvSpPr>
          <p:cNvPr id="7" name="吹き出し: 線 6">
            <a:extLst>
              <a:ext uri="{FF2B5EF4-FFF2-40B4-BE49-F238E27FC236}">
                <a16:creationId xmlns:a16="http://schemas.microsoft.com/office/drawing/2014/main" id="{BB2337C6-12FA-27F2-DE62-F55911ACCB97}"/>
              </a:ext>
            </a:extLst>
          </p:cNvPr>
          <p:cNvSpPr/>
          <p:nvPr/>
        </p:nvSpPr>
        <p:spPr>
          <a:xfrm>
            <a:off x="8491177" y="1316380"/>
            <a:ext cx="1854606" cy="251056"/>
          </a:xfrm>
          <a:prstGeom prst="borderCallout1">
            <a:avLst>
              <a:gd name="adj1" fmla="val 39200"/>
              <a:gd name="adj2" fmla="val -3966"/>
              <a:gd name="adj3" fmla="val -56566"/>
              <a:gd name="adj4" fmla="val -25397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②「ゲートウェイ」を選択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5AD448-F1F8-22B5-133F-10DE623C708F}"/>
              </a:ext>
            </a:extLst>
          </p:cNvPr>
          <p:cNvSpPr/>
          <p:nvPr/>
        </p:nvSpPr>
        <p:spPr>
          <a:xfrm>
            <a:off x="4823275" y="6071428"/>
            <a:ext cx="1403354" cy="25099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吹き出し: 線 8">
            <a:extLst>
              <a:ext uri="{FF2B5EF4-FFF2-40B4-BE49-F238E27FC236}">
                <a16:creationId xmlns:a16="http://schemas.microsoft.com/office/drawing/2014/main" id="{A3C44E67-AB05-1960-F483-4E909F51432A}"/>
              </a:ext>
            </a:extLst>
          </p:cNvPr>
          <p:cNvSpPr/>
          <p:nvPr/>
        </p:nvSpPr>
        <p:spPr>
          <a:xfrm>
            <a:off x="6422891" y="5297751"/>
            <a:ext cx="2860446" cy="334642"/>
          </a:xfrm>
          <a:prstGeom prst="borderCallout1">
            <a:avLst>
              <a:gd name="adj1" fmla="val 39200"/>
              <a:gd name="adj2" fmla="val -3966"/>
              <a:gd name="adj3" fmla="val 224488"/>
              <a:gd name="adj4" fmla="val -25397"/>
            </a:avLst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③「</a:t>
            </a:r>
            <a:r>
              <a:rPr kumimoji="1" lang="en-US" altLang="ja-JP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format-transformer</a:t>
            </a:r>
            <a:r>
              <a:rPr kumimoji="1" lang="ja-JP" altLang="en-US" sz="1200" dirty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」を選択</a:t>
            </a:r>
          </a:p>
        </p:txBody>
      </p:sp>
    </p:spTree>
    <p:extLst>
      <p:ext uri="{BB962C8B-B14F-4D97-AF65-F5344CB8AC3E}">
        <p14:creationId xmlns:p14="http://schemas.microsoft.com/office/powerpoint/2010/main" val="3583955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5F648FA-150D-F72E-2CE4-71427D6E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93" y="1567595"/>
            <a:ext cx="10465361" cy="3406565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970107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62</Words>
  <Application>Microsoft Office PowerPoint</Application>
  <PresentationFormat>ワイド画面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三菱電機株式会社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Tsukada Masaki/塚田 真規(MELCO/ＤＩ本 Ａ基盤)</dc:creator>
  <cp:lastModifiedBy>Tsukada Masaki/塚田 真規(MELCO/ＤＩ本 Ａ技開・Ａ基盤)</cp:lastModifiedBy>
  <cp:revision>5</cp:revision>
  <dcterms:created xsi:type="dcterms:W3CDTF">2025-12-29T02:53:17Z</dcterms:created>
  <dcterms:modified xsi:type="dcterms:W3CDTF">2026-01-04T10:21:37Z</dcterms:modified>
</cp:coreProperties>
</file>